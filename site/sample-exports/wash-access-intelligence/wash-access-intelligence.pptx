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WASH Access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Malawi | WASH Access</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For government leadership, the immediate task is narrowing — not reopening — the debate about where to act first in wash access.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Fund a rapid-repair mechanism for the highest non-functional-rate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Reinforce post-verification sanitation follow-up visits.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Prioritise last-mile water-access investment for remote communities.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Non-functional water-point rates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Every number in this publication answers one question: what is actually happening with wash access performance in Malawi, and for whom. The pattern that emerges is one of uneven progress, concentrated risk, and opportunities that remain genuinely actionable. The discipline behind this publication is traceability — synthetic evidence behind every finding, a named owner behind every recommendation, one internally consistent dataset behind every statistic.</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Fund a rapid-repair mechanism for the highest non-functional-rate districts.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Fund a rapid-repair mechanism for the highest non-functional-rate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Reinforce post-verification sanitation follow-up visits.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last-mile water-access investment for remote communities.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water-safety testing at community water points.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Institutionalise sanitation behaviour-change follow-up after construction.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Non-functional water-point rates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Open-defecation-free status durability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Remote-community access equity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Water-safety testing coverage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Sanitation behaviour-change sustainment</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“Why does Southern Region lag behind? Ask rural women, and the answer comes back to non-functional water-point rates.”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open-defecation-free status durability might be a footnote. For young adults in Central Region, it is the whole story.”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“Persons with disabilities in Northern Region frame it simply: when remote-community access equity breaks down, everything else does too.”</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Lake Malawi Districts, water-safety testing coverage shapes whether frontline workers can turn services into lasting outcomes.”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“Low-income households in Southern Region put it plainly: sanitation behaviour-change sustainment is what decides whether progress holds or slips back.”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“Why does Southern Region lag behind? Ask rural women, and the answer comes back to non-functional water-point rates.”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open-defecation-free status durability might be a footnote. For young adults in Central Region, it is the whole story.”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“Persons with disabilities in Northern Region frame it simply: when remote-community access equity breaks down, everything else does too.”</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Lake Malawi Districts, water-safety testing coverage shapes whether frontline workers can turn services into lasting outcomes.”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“Low-income households in Southern Region put it plainly: sanitation behaviour-change sustainment is what decides whether progress holds or slips back.”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Malawi</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External factors outside this publication's scope could offset gains in wash access 2. Uneven implementation widens existing disparities in wash access</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Converting early gains in wash access into durable, sustained progress 2. Targeted acceleration in the lowest-performing part of wash access 3. Closing the equity gap the evidence has already located</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6</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WASH Access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EVI-WAS-001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EVI-WAS-002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EVI-WAS-001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Fund a rapid-repair mechanism for the highest non-functional-rate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Reinforce post-verification sanitation follow-up visits.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last-mile water-access investment for remote communities.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water-safety testing at community water points.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Institutionalise sanitation behaviour-change follow-up after construction.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Functional water-point coverage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Basic sanitation access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Open-defecation-free verification rate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Water-safety testing completion rate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Functional water-point coverage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wash access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Malawi</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Malawi</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Malawi</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Malawi</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Open-defecation-free verification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Basic sanitation access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External factors outside this publication's scope could offset gains in wash access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Uneven implementation widens existing disparities in wash access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High</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Fund a rapid-repair mechanism for the highest non-functional-rate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Reinforce post-verification sanitation follow-up visits.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last-mile water-access investment for remote communities.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water-safety testing at community water points.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Institutionalise sanitation behaviour-change follow-up after construction.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Converting early gains in wash access into durable, sustained progress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wash access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Closing the equity gap the evidence has already located</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The synthetic evidence indicates that inaction on wash access would not simply preserve the status quo — it would let the weakest-performing groups fall further behind.</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DEC-WAS-01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DEC-WAS-02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DEC-WAS-03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DEC-WAS-04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DEC-WAS-05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Fund a rapid-repair mechanism for the highest non-functional-rate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Reinforce post-verification sanitation follow-up visits.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last-mile water-access investment for remote communities.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routine water-safety testing at community water points.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Institutionalise sanitation behaviour-change follow-up after construction.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WASH Access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WASH Access Intelligence Report</dc:title>
  <dc:creator>VoiceInsights Africa</dc:creator>
</cp:coreProperties>
</file>