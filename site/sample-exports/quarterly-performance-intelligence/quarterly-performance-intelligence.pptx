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Quarterly Performance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Mozambique | Programme Delivery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Programme leadership should protect current gains in programme delivery while concentrating new action on the lowest-performing groups and locations.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Launch a thirty-day recovery sprint for red milestones.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Link budget release to verified delivery evidence.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Place underperforming partners on time-bound support plans.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Milestone delivery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Mozambique's programme delivery performance is improving in some places and stalling in others — this publication shows exactly where. The evidence points to concentrated risk, but also to specific, actionable openings for decision-makers. This publication's claims are only as strong as their sourcing — which is why every finding is evidence-linked, every recommendation is owned, and every statistic shares the same governed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Launch a thirty-day recovery sprint for red milestones.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Launch a thirty-day recovery sprint for red milestones.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Link budget release to verified delivery evidence.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Place underperforming partners on time-bound support plans.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Escalate critical procurement bottlenecks.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overdue management actions before quarter end.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Milestone delivery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absorption quality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Partner performance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Procurement delay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Corrective-action closure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“In North Portfolio, milestone delivery shapes whether rural women can turn services into lasting outcomes.”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“Young adults in Central Portfolio put it plainly: budget absorption quality is what decides whether progress holds or slips back.”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Coastal Portfolio lag behind? Ask persons with disabilities, and the answer comes back to partner performance.”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procurement delay might be a footnote. For frontline workers in Cross-Cutting Services, it is the whole story.”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“Low-income households in North Portfolio frame it simply: when corrective-action closure breaks down, everything else does too.”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“In North Portfolio, milestone delivery shapes whether rural women can turn services into lasting outcomes.”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“Young adults in Central Portfolio put it plainly: budget absorption quality is what decides whether progress holds or slips back.”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Coastal Portfolio lag behind? Ask persons with disabilities, and the answer comes back to partner performance.”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procurement delay might be a footnote. For frontline workers in Cross-Cutting Services, it is the whole story.”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“Low-income households in North Portfolio frame it simply: when corrective-action closure breaks down, everything else does too.”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Delayed financing weakens delivery confidence in programme delivery 2. Uneven implementation widens existing disparities in programme delivery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Targeted acceleration in the lowest-performing part of programme delivery 2. Converting early gains in programme delivery into durable, sustained progress 3. Using the confidence intervals already published here to focus investment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RBM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Programme Delivery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EVI-QUA-001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EVI-QUA-002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EVI-QUA-001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APPLIED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Launch a thirty-day recovery sprint for red milestones.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Link budget release to verified delivery evidence.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Place underperforming partners on time-bound support plans.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Escalate critical procurement bottlenecks.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overdue management actions before quarter end.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Milestone delivery rate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Evidence-backed budget absorption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Partner performance score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Corrective-action closure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Milestone delivery rate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programme delivery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Mozambique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Partner performance score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Evidence-backed budget absorption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Delayed financing weakens delivery confidence in programme delivery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Uneven implementation widens existing disparities in programme delivery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High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Launch a thirty-day recovery sprint for red milestones.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Link budget release to verified delivery evidence.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Place underperforming partners on time-bound support plans.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Escalate critical procurement bottlenecks.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overdue management actions before quarter end.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Targeted acceleration in the lowest-performing part of programme delivery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Converting early gains in programme delivery into durable, sustained progress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A further delay carries a real cost: recovering lost ground in programme delivery later is typically more expensive than sustaining momentum now.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DEC-QUA-01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DEC-QUA-02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DEC-QUA-03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DEC-QUA-04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DEC-QUA-05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Launch a thirty-day recovery sprint for red milestones.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Link budget release to verified delivery evidence.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Place underperforming partners on time-bound support plans.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Escalate critical procurement bottlenecks.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overdue management actions before quarter end.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Programme Delivery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Quarterly Performance Intelligence Report</dc:title>
  <dc:creator>VoiceInsights Africa</dc:creator>
</cp:coreProperties>
</file>