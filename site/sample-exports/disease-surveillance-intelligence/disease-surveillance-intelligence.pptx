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Disease Surveillance &amp; Outbreak Readiness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Tanzania | Disease Surveillance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For government leadership, the immediate task is narrowing — not reopening — the debate about where to act first in disease surveillance.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Close the district-level case-reporting lag through faster digital reporting.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Reduce laboratory confirmation turnaround for priority pathogens.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Strengthen community-level early-warning signal capture.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Case-reporting lag at district level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Tanzania's disease surveillance performance is improving in some places and stalling in others — this publication shows exactly where. The evidence points to concentrated risk, but also to specific, actionable openings for decision-makers. This publication's claims are only as strong as their sourcing — which is why every finding is evidence-linked, every recommendation is owned, and every statistic shares the same governed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Close the district-level case-reporting lag through faster digital reporting.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Close the district-level case-reporting lag through faster digital reporting.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laboratory confirmation turnaround for priority pathogens.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community-level early-warning signal capture.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Formalise cross-border surveillance data-sharing protocols.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Set outbreak-response activation service levels for priority districts.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Case-reporting lag at district level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Laboratory confirmation turnaround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Community-level early-warning signal capture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Cross-border surveillance data sharing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Outbreak-response activation speed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“Why does Lake Zone Districts lag behind? Ask rural women, and the answer comes back to case-reporting lag at district level.”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laboratory confirmation turnaround might be a footnote. For young adults in Southern Highlands Districts, it is the whole story.”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“Persons with disabilities in Coastal Districts frame it simply: when community-level early-warning signal capture breaks down, everything else does too.”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Central Districts, cross-border surveillance data sharing shapes whether frontline workers can turn services into lasting outcomes.”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“Low-income households in Lake Zone Districts put it plainly: outbreak-response activation speed is what decides whether progress holds or slips back.”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“Why does Lake Zone Districts lag behind? Ask rural women, and the answer comes back to case-reporting lag at district level.”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laboratory confirmation turnaround might be a footnote. For young adults in Southern Highlands Districts, it is the whole story.”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“Persons with disabilities in Coastal Districts frame it simply: when community-level early-warning signal capture breaks down, everything else does too.”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Central Districts, cross-border surveillance data sharing shapes whether frontline workers can turn services into lasting outcomes.”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“Low-income households in Lake Zone Districts put it plainly: outbreak-response activation speed is what decides whether progress holds or slips back.”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Delayed financing weakens delivery confidence in disease surveillance 2. Coordination gaps between the teams responsible for disease surveillance slow the pace of change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Targeted acceleration in the lowest-performing part of disease surveillance 2. Converting early gains in disease surveillance into durable, sustained progress 3. Using the confidence intervals already published here to focus investment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International Health Regulations (2005)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Disease Surveillance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EVI-DIS-001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EVI-DIS-002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EVI-DIS-001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Close the district-level case-reporting lag through faster digital reporting.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laboratory confirmation turnaround for priority pathogens.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community-level early-warning signal capture.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Formalise cross-border surveillance data-sharing protocols.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Set outbreak-response activation service levels for priority districts.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Case-reporting lag in days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Laboratory confirmation turnaround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Early-warning signal capture rate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Outbreak-response activation time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Case-reporting lag in days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disease surveillance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Tanzania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Early-warning signal capture rate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Laboratory confirmation turnaround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Delayed financing weakens delivery confidence in disease surveillance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Coordination gaps between the teams responsible for disease surveillance slow the pace of change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Close the district-level case-reporting lag through faster digital reporting.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laboratory confirmation turnaround for priority pathogens.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community-level early-warning signal capture.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Formalise cross-border surveillance data-sharing protocols.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Set outbreak-response activation service levels for priority districts.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Targeted acceleration in the lowest-performing part of disease surveillance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Converting early gains in disease surveillance into durable, sustained progress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The synthetic evidence indicates that inaction on disease surveillance would not simply preserve the status quo — it would let the weakest-performing groups fall further behind.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DEC-DIS-01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DEC-DIS-02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DEC-DIS-03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DEC-DIS-04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DEC-DIS-05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Close the district-level case-reporting lag through faster digital reporting.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laboratory confirmation turnaround for priority pathogens.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community-level early-warning signal capture.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Formalise cross-border surveillance data-sharing protocols.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Set outbreak-response activation service levels for priority districts.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Disease Surveillance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Disease Surveillance &amp; Outbreak Readiness Intelligence Report</dc:title>
  <dc:creator>VoiceInsights Africa</dc:creator>
</cp:coreProperties>
</file>