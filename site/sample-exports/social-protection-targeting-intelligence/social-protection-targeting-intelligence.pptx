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Social Protection Targeting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Zambia | Social Protection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The evidence is more consistent for some parts of social protection than others; government leadership should weight early action toward where the signal is strongest.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Correct the targeting-error pattern most undermining programme equity.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Close cash-transfer equity gaps in the least-covered districts.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Strengthen beneficiary-verification reliability.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Targeting-error patterns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Zambia has made real gains in social protection performance — and real gaps remain alongside them. This publication separates the two, using a governed evidence model built to surface risk and opportunity, not just describe them. No claim in this publication stands alone: findings link to synthetic evidence, recommendations carry a named owner, and every statistic shares one internally consistent dataset.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Correct the targeting-error pattern most undermining programme equity.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Correct the targeting-error pattern most undermining programme equity.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cash-transfer equity gaps in the least-covered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beneficiary-verification reliability.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Improve grievance-redress responsiveness.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programme-graduation readiness pathways.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Targeting-error patterns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Cash-transfer equity gaps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Beneficiary-verification reliability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Grievance-redress responsiveness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Programme graduation readiness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“Rural women in Eastern Province put it plainly: targeting-error patterns is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Southern Province lag behind? Ask young adults, and the answer comes back to cash-transfer equity gaps.”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beneficiary-verification reliability might be a footnote. For persons with disabilities in Western Province,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“Frontline workers in Copperbelt Province frame it simply: when grievance-redress responsiveness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Eastern Province, programme graduation readiness shapes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“Rural women in Eastern Province put it plainly: targeting-error patterns is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Southern Province lag behind? Ask young adults, and the answer comes back to cash-transfer equity gaps.”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beneficiary-verification reliability might be a footnote. For persons with disabilities in Western Province,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“Frontline workers in Copperbelt Province frame it simply: when grievance-redress responsiveness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Eastern Province, programme graduation readiness shapes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Evidence and monitoring capacity lags the pace of decisions being made on social protection 2. External factors outside this publication's scope could offset gains in social protection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Using the confidence intervals already published here to focus investment 2. Scaling what is already working in the highest-performing region 3. Closing the equity gap the evidence has already located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SDG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Social Protection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EVI-SOC-001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EVI-SOC-002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EVI-SOC-001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Correct the targeting-error pattern most undermining programme equity.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cash-transfer equity gaps in the least-covered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beneficiary-verification reliability.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Improve grievance-redress responsiveness.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programme-graduation readiness pathways.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Targeting-error rate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Cash-transfer equity gap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Beneficiary-verification reliability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Grievance-redress responsiveness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Targeting-error rate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social protection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Zambia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Beneficiary-verification reliability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Cash-transfer equity gap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Evidence and monitoring capacity lags the pace of decisions being made on social protection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Medium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External factors outside this publication's scope could offset gains in social protection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Low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Correct the targeting-error pattern most undermining programme equity.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cash-transfer equity gaps in the least-covered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beneficiary-verification reliability.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Improve grievance-redress responsiveness.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programme-graduation readiness pathways.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Scaling what is already working in the highest-performing region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Closing the equity gap the evidence has already located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Without corrective action, existing gaps in social protection are likely to persist and may increase the future cost of recovery.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DEC-SOC-01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DEC-SOC-02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DEC-SOC-03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DEC-SOC-04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DEC-SOC-05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Correct the targeting-error pattern most undermining programme equity.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Close cash-transfer equity gaps in the least-covered districts.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Strengthen beneficiary-verification reliability.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Improve grievance-redress responsiveness.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Build programme-graduation readiness pathways.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Social Protection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Social Protection Targeting Intelligence Report</dc:title>
  <dc:creator>VoiceInsights Africa</dc:creator>
</cp:coreProperties>
</file>