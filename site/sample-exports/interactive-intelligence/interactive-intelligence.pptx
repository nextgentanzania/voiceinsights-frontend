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Interactive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East Africa | Regional Development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analytics team should protect current gains in regional development while concentrating new action on the lowest-performing groups and locations.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Activate a regional exception-monitoring workspace.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Create cross-border service continuity protocols.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Expose claim-to-source knowledge graph links.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Regional divergence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East Africa's regional development performance is improving in some places and stalling in others — this publication shows exactly where. The evidence points to concentrated risk, but also to specific, actionable openings for decision-makers. This publication's claims are only as strong as their sourcing — which is why every finding is evidence-linked, every recommendation is owned, and every statistic shares the same governed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Activate a regional exception-monitoring workspace.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Activate a regional exception-monitoring workspace.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Create cross-border service continuity protocols.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Expose claim-to-source knowledge graph links.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Set decision turnaround service levels.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scenario assumptions beside every forecast.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Regional divergence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Cross-border service access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connectivity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latency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Scenario sensitivity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“In Kenya, regional divergence shapes whether rural women can turn services into lasting outcomes.”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“Young adults in Tanzania put it plainly: cross-border service access is what decides whether progress holds or slips back.”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Uganda lag behind? Ask persons with disabilities, and the answer comes back to evidence connectivity.”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decision latency might be a footnote. For frontline workers in Rwanda, it is the whole story.”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“Low-income households in Kenya frame it simply: when scenario sensitivity breaks down, everything else does too.”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“In Kenya, regional divergence shapes whether rural women can turn services into lasting outcomes.”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“Young adults in Tanzania put it plainly: cross-border service access is what decides whether progress holds or slips back.”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Uganda lag behind? Ask persons with disabilities, and the answer comes back to evidence connectivity.”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decision latency might be a footnote. For frontline workers in Rwanda, it is the whole story.”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“Low-income households in Kenya frame it simply: when scenario sensitivity breaks down, everything else does too.”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East Africa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Delayed financing weakens delivery confidence in regional development 2. Coordination gaps between the teams responsible for regional development slow the pace of change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Closing the equity gap the evidence has already located 2. Stronger feedback accountability between frontline delivery and leadership 3. Targeted acceleration in the lowest-performing part of regional development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Responsible AI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Regional Development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EVI-INT-001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EVI-INT-002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EVI-INT-001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Activate a regional exception-monitoring workspace.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Create cross-border service continuity protocols.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Expose claim-to-source knowledge graph links.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Set decision turnaround service levels.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scenario assumptions beside every forecast.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Regional convergence index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Cross-border access continuity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Evidence graph completeness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Decision latency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Regional convergence index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regional development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East Africa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East Africa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East Africa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East Africa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Evidence graph completeness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Cross-border access continuity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Delayed financing weakens delivery confidence in regional development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Coordination gaps between the teams responsible for regional development slow the pace of change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Activate a regional exception-monitoring workspace.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Create cross-border service continuity protocols.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Expose claim-to-source knowledge graph links.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Set decision turnaround service levels.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scenario assumptions beside every forecast.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Closing the equity gap the evidence has already located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Stronger feedback accountability between frontline delivery and leadership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Targeted acceleration in the lowest-performing part of regional development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Inaction has a price even where it is not immediately visible: the gap in regional development delivery tends to widen quietly before it widens obviously.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DEC-INT-01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DEC-INT-02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DEC-INT-03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DEC-INT-04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DEC-INT-05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Activate a regional exception-monitoring workspace.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Create cross-border service continuity protocols.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Expose claim-to-source knowledge graph links.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Set decision turnaround service levels.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scenario assumptions beside every forecast.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Regional Development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Interactive Intelligence Report</dc:title>
  <dc:creator>VoiceInsights Africa</dc:creator>
</cp:coreProperties>
</file>