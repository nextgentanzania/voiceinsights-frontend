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Universal Health Coverage and Financing Intelligence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Rwanda | Health Financing and Insurance</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The UN coordination team should protect current gains in health financing and insurance while concentrating new action on the lowest-performing groups and locations.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Close the benefit-package gaps driving catastrophic out-of-pocket spending.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Expand community health-insurance enrollment among the lowest-income groups.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Improve provider payment timeliness to stabilise service delivery.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Catastrophic out-of-pocket spending</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This is not a status update on health financing and insurance performance in Rwanda — it is a decision brief. The governed evidence behind it shows uneven progress, concentrated risk, and a small number of opportunities worth acting on now. Nothing here is asserted without a source: findings are evidence-linked, recommendations are owned, and the underlying dataset is internally consistent throughout.</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Close the benefit-package gaps driving catastrophic out-of-pocket spending.</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Close the benefit-package gaps driving catastrophic out-of-pocket spending.</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community health-insurance enrollment among the lowest-income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Improve provider payment timeliness to stabilise service delivery.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 financial-protection interventions at the least-covered income groups.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Review benefit-package design against the highest out-of-pocket cost drivers.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Catastrophic out-of-pocket spending</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Benefit-package coverage gaps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Community health-insurance enrollment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Provider payment timeliness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Financial-protection equity across income groups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“Rural women in Kigali Province put it plainly: catastrophic out-of-pocket spending is what decides whether progress holds or slips back.”</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Northern Province lag behind? Ask young adults, and the answer comes back to benefit-package coverage gaps.”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community health-insurance enrollment might be a footnote. For persons with disabilities in Southern Province, it is the whole story.”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“Frontline workers in Eastern Province frame it simply: when provider payment timeliness breaks down, everything else does too.”</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“In Kigali Province, financial-protection equity across income groups shapes whether low-income households can turn services into lasting outcomes.”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“Rural women in Kigali Province put it plainly: catastrophic out-of-pocket spending is what decides whether progress holds or slips back.”</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Northern Province lag behind? Ask young adults, and the answer comes back to benefit-package coverage gaps.”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community health-insurance enrollment might be a footnote. For persons with disabilities in Southern Province, it is the whole story.”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“Frontline workers in Eastern Province frame it simply: when provider payment timeliness breaks down, everything else does too.”</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“In Kigali Province, financial-protection equity across income groups shapes whether low-income households can turn services into lasting outcomes.”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Uneven implementation widens existing disparities in health financing and insurance 2. Delayed financing weakens delivery confidence in health financing and insurance</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Evidence-led reallocation of resources already committed to health financing and insurance 2. Stronger feedback accountability between frontline delivery and leadership 3. Converting early gains in health financing and insurance into durable, sustained progress</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Universal Health Coverage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Health Financing and Insurance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EVI-HEA-001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EVI-HEA-002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EVI-HEA-001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CONTEXT ONLY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Close the benefit-package gaps driving catastrophic out-of-pocket spending.</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community health-insurance enrollment among the lowest-income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Improve provider payment timeliness to stabilise service delivery.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 financial-protection interventions at the least-covered income groups.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Review benefit-package design against the highest out-of-pocket cost drivers.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Catastrophic health-expenditure incidence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Benefit-package coverage rate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Community health-insurance enrollment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Provider payment timeliness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Catastrophic health-expenditure incidence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health financing and insurance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Rwanda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Community health-insurance enrollment</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Benefit-package coverage rate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Uneven implementation widens existing disparities in health financing and insurance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High</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High</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Delayed financing weakens delivery confidence in health financing and insurance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Medium</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Close the benefit-package gaps driving catastrophic out-of-pocket spending.</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community health-insurance enrollment among the lowest-income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Improve provider payment timeliness to stabilise service delivery.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 financial-protection interventions at the least-covered income groups.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Review benefit-package design against the highest out-of-pocket cost drivers.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Evidence-led reallocation of resources already committed to health financing and insurance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Stronger feedback accountability between frontline delivery and leadership</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Converting early gains in health financing and insurance into durable, sustained progress</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A further delay carries a real cost: recovering lost ground in health financing and insurance later is typically more expensive than sustaining momentum now.</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DEC-HEA-01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DEC-HEA-02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DEC-HEA-03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DEC-HEA-04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DEC-HEA-05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Close the benefit-package gaps driving catastrophic out-of-pocket spending.</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community health-insurance enrollment among the lowest-income groups.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Improve provider payment timeliness to stabilise service delivery.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 financial-protection interventions at the least-covered income groups.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Review benefit-package design against the highest out-of-pocket cost drivers.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Health Financing and Insurance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Universal Health Coverage and Financing Intelligence Report</dc:title>
  <dc:creator>VoiceInsights Africa</dc:creator>
</cp:coreProperties>
</file>