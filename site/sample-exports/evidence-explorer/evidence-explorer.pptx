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Evidence Explorer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Tanzania | Citizen Feedback</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This is a moment to consolidate, not expand: protect what is working in citizen feedback and close the gaps the evidence has already identified.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Require source lineage for every publishable claim.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Triangulate high-risk findings across source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Calibrate reviewer decisions with blinded cases.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Claim traceability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Progress on citizen feedback performance in Tanzania is real, but it is not evenly shared. This publication traces where the gains are holding, where the risk is concentrated, and what remains within reach. Findings are linked to synthetic source records, recommendations carry named accountability fields, and all statistical claims are generated from one internally consistent dataset.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Require source lineage for every publishable claim.</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Require source lineage for every publishable claim.</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Triangulate high-risk findings across source types.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Calibrate reviewer decisions with blinded cases.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Enforce disclosure checks before evidence download.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Block AI explanations without approved citations.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Claim traceability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Source triangulation</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Review consistency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Privacy-safe disclosure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AI explanation grounding</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Coastal Sample frame it simply: when claim traceability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Lake Sample, source triangulation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“Persons with disabilities in Northern Sample put it plainly: review consistency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Urban Sample lag behind? Ask frontline workers, and the answer comes back to privacy-safe disclosure.”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AI explanation grounding might be a footnote. For low-income households in Coastal Sample,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Coastal Sample frame it simply: when claim traceability breaks down, everything else does too.”</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Lake Sample, source triangulation shapes whether young adults can turn services into lasting outcomes.”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“Persons with disabilities in Northern Sample put it plainly: review consistency is what decides whether progress holds or slips back.”</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Urban Sample lag behind? Ask frontline workers, and the answer comes back to privacy-safe disclosure.”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AI explanation grounding might be a footnote. For low-income households in Coastal Sample, it is the whole story.”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Tanzania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Coordination gaps between the teams responsible for citizen feedback slow the pace of change 2. Leadership turnover during implementation stalls momentum on citizen feedback</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Closing the equity gap the evidence has already located 2. Converting early gains in citizen feedback into durable, sustained progress 3. Stronger feedback accountability between frontline delivery and leadership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UNEG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Citizen Feedback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EVI-EVI-001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EVI-EVI-002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EVI-EVI-001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Require source lineage for every publishable claim.</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Triangulate high-risk findings across source types.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Calibrate reviewer decisions with blinded cases.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Enforce disclosure checks before evidence download.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Block AI explanations without approved citations.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Claim traceability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Triangulation strength</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Reviewer agreement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Grounded explanation rate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Claim traceability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citizen feedback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Tanzania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Tanzania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Tanzania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Tanzania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Reviewer agreement</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Triangulation strength</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Coordination gaps between the teams responsible for citizen feedback slow the pace of change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Leadership turnover during implementation stalls momentum on citizen feedback</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Require source lineage for every publishable claim.</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Triangulate high-risk findings across source types.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Calibrate reviewer decisions with blinded cases.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Enforce disclosure checks before evidence download.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Block AI explanations without approved citations.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Closing the equity gap the evidence has already located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Converting early gains in citizen feedback into durable, sustained progress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It is difficult to put a precise figure on the cost of waiting, but the direction is consistent: delay in citizen feedback delivery tends to compound rather than pause.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DEC-EVI-01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DEC-EVI-02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DEC-EVI-03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DEC-EVI-04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DEC-EVI-05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Require source lineage for every publishable claim.</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Triangulate high-risk findings across source types.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Calibrate reviewer decisions with blinded cases.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Enforce disclosure checks before evidence download.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Block AI explanations without approved citations.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Citizen Feedback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Evidence Explorer Report</dc:title>
  <dc:creator>VoiceInsights Africa</dc:creator>
</cp:coreProperties>
</file>