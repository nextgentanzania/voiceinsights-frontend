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Climate Adaptation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Mozambique | Climate Adaptation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The priority for donor leadership is converting early climate adaptation progress into durable gains before the next reporting cycle.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Target resilience-financing rounds at the lowest-adaptive-capacity communities.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Scale climate-shock early-warning reach in flood-prone districts.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Fund community-level adaptation planning processes.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Adaptive-capacity gaps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Mozambique has made real gains in climate adaptation performance — and real gaps remain alongside them. This publication separates the two, using a governed evidence model built to surface risk and opportunity, not just describe them. No claim in this publication stands alone: findings link to synthetic evidence, recommendations carry a named owner, and every statistic shares one internally consistent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Target resilience-financing rounds at the lowest-adaptive-capacity communities.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resilience-financing rounds at the lowest-adaptive-capacity communities.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Scale climate-shock early-warning reach in flood-prone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community-level adaptation planning processes.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cross-sectoral climate coordination mechanisms.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Prioritise financing based on verified adaptive-capacity gaps.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Adaptive-capacity gaps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Resilience-financing allocation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Climate-shock early-warning reach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Community-level adaptation planning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Cross-sectoral climate coordination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“Why does Zambezia Province lag behind? Ask rural women, and the answer comes back to adaptive-capacity gaps.”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resilience-financing allocation might be a footnote. For young adults in Sofala Province, it is the whole story.”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“Persons with disabilities in Nampula Province frame it simply: when climate-shock early-warning reach breaks down, everything else does too.”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Inhambane Province, community-level adaptation planning shapes whether frontline workers can turn services into lasting outcomes.”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“Low-income households in Zambezia Province put it plainly: cross-sectoral climate coordination is what decides whether progress holds or slips back.”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“Why does Zambezia Province lag behind? Ask rural women, and the answer comes back to adaptive-capacity gaps.”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resilience-financing allocation might be a footnote. For young adults in Sofala Province, it is the whole story.”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“Persons with disabilities in Nampula Province frame it simply: when climate-shock early-warning reach breaks down, everything else does too.”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Inhambane Province, community-level adaptation planning shapes whether frontline workers can turn services into lasting outcomes.”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“Low-income households in Zambezia Province put it plainly: cross-sectoral climate coordination is what decides whether progress holds or slips back.”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Evidence and monitoring capacity lags the pace of decisions being made on climate adaptation 2. Leadership turnover during implementation stalls momentum on climate adaptation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Evidence-led reallocation of resources already committed to climate adaptation 2. Using the confidence intervals already published here to focus investment 3. Closing the equity gap the evidence has already located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SDG 13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Climate Adaptation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EVI-CLI-001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EVI-CLI-002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EVI-CLI-001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resilience-financing rounds at the lowest-adaptive-capacity communities.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Scale climate-shock early-warning reach in flood-prone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community-level adaptation planning processes.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cross-sectoral climate coordination mechanisms.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Prioritise financing based on verified adaptive-capacity gaps.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Adaptive-capacity index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Resilience-financing coverage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Early-warning reach rate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Community adaptation-plan completion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Adaptive-capacity index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climate adaptation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Early-warning reach rate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Resilience-financing coverage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Evidence and monitoring capacity lags the pace of decisions being made on climate adaptation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Medium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Leadership turnover during implementation stalls momentum on climate adaptation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Low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resilience-financing rounds at the lowest-adaptive-capacity communities.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Scale climate-shock early-warning reach in flood-prone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community-level adaptation planning processes.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cross-sectoral climate coordination mechanisms.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Prioritise financing based on verified adaptive-capacity gaps.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Evidence-led reallocation of resources already committed to climate adaptation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Closing the equity gap the evidence has already located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Without corrective action, existing gaps in climate adaptation are likely to persist and may increase the future cost of recovery.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DEC-CLI-01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DEC-CLI-02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DEC-CLI-03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DEC-CLI-04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DEC-CLI-05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resilience-financing rounds at the lowest-adaptive-capacity communities.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Scale climate-shock early-warning reach in flood-prone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community-level adaptation planning processes.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cross-sectoral climate coordination mechanisms.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Prioritise financing based on verified adaptive-capacity gaps.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Climate Adaptation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Climate Adaptation Intelligence Report</dc:title>
  <dc:creator>VoiceInsights Africa</dc:creator>
</cp:coreProperties>
</file>