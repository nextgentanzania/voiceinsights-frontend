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Technical Research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Ethiopia | Agricultural Resilience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The evidence is more consistent for some parts of agricultural resilience than others; the research team should weight early action toward where the signal is strongest.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Pre-register a confirmatory resilience study.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Target technologies by agro-ecological risk.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Pair adoption support with seasonal finance.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Climate exposure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This is not a status update on agricultural resilience performance in Ethiopia — it is a decision brief. The governed evidence behind it shows uneven progress, concentrated risk, and a small number of opportunities worth acting on now. Nothing here is asserted without a source: findings are evidence-linked, recommendations are owned, and the underlying dataset is internally consistent throughout.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Pre-register a confirmatory resilience study.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Pre-register a confirmatory resilience study.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 technologies by agro-ecological risk.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Pair adoption support with seasonal finance.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Correct gender gaps in productive-asset access.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Test extension delivery through a stepped-wedge design.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Climate exposure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Technology adoption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Yield stability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Gendered asset access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Extension-system effectiveness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“Elsewhere, climate exposure might be a footnote. For rural women in Highland Systems, it is the whole story.”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“Young adults in Rift Systems frame it simply: when technology adoption breaks down, everything else does too.”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Dryland Systems, yield stability shapes whether persons with disabilities can turn services into lasting outcomes.”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“Frontline workers in Mixed Farming Systems put it plainly: gendered asset access is what decides whether progress holds or slips back.”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Highland Systems lag behind? Ask low-income households, and the answer comes back to extension-system effectiveness.”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“Elsewhere, climate exposure might be a footnote. For rural women in Highland Systems, it is the whole story.”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“Young adults in Rift Systems frame it simply: when technology adoption breaks down, everything else does too.”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Dryland Systems, yield stability shapes whether persons with disabilities can turn services into lasting outcomes.”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“Frontline workers in Mixed Farming Systems put it plainly: gendered asset access is what decides whether progress holds or slips back.”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Highland Systems lag behind? Ask low-income households, and the answer comes back to extension-system effectiveness.”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Uneven implementation widens existing disparities in agricultural resilience 2. Delayed financing weakens delivery confidence in agricultural resilience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Using the confidence intervals already published here to focus investment 2. Evidence-led reallocation of resources already committed to agricultural resilience 3. Converting early gains in agricultural resilience into durable, sustained progress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Research Ethics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Agricultural Resilience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EVI-TEC-001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EVI-TEC-002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EVI-TEC-001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Pre-register a confirmatory resilience study.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 technologies by agro-ecological risk.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Pair adoption support with seasonal finance.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Correct gender gaps in productive-asset access.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Test extension delivery through a stepped-wedge design.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Climate resilience index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Technology adoption persistence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Yield variability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Extension contact quality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Climate resilience index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agricultural resilience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Ethiopia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Yield variability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Technology adoption persistence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Uneven implementation widens existing disparities in agricultural resilience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High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High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Delayed financing weakens delivery confidence in agricultural resilience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Pre-register a confirmatory resilience study.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 technologies by agro-ecological risk.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Pair adoption support with seasonal finance.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Correct gender gaps in productive-asset access.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Test extension delivery through a stepped-wedge design.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Evidence-led reallocation of resources already committed to agricultural resilience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Converting early gains in agricultural resilience into durable, sustained progress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Inaction has a price even where it is not immediately visible: the gap in agricultural resilience delivery tends to widen quietly before it widens obviously.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DEC-TEC-01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DEC-TEC-02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DEC-TEC-03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DEC-TEC-04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DEC-TEC-05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Pre-register a confirmatory resilience study.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 technologies by agro-ecological risk.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Pair adoption support with seasonal finance.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Correct gender gaps in productive-asset access.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Test extension delivery through a stepped-wedge design.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Agricultural Resilience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Technical Research Report</dc:title>
  <dc:creator>VoiceInsights Africa</dc:creator>
</cp:coreProperties>
</file>