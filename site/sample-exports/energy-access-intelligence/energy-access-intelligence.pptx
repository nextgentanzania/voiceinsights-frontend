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Energy Access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Tanzania | Energy Access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priority for donor leadership is converting early energy access progress into durable gains before the next reporting cycle.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Direct the next investment cycle to the higher-return grid-extension versus off-grid split.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Address the supply-reliability gap undermining connection value.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Support productive-use uptake among newly connected households.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Grid-extension versus off-grid economics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Tanzania has made real gains in energy access performance — and real gaps remain alongside them. This publication separates the two, using a governed evidence model built to surface risk and opportunity, not just describe them. No claim in this publication stands alone: findings link to synthetic evidence, recommendations carry a named owner, and every statistic shares one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Direct the next investment cycle to the higher-return grid-extension versus off-grid split.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Direct the next investment cycle to the higher-return grid-extension versus off-grid split.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the supply-reliability gap undermining connection value.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Support productive-use uptake among newly connected households.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rural electrification in the least-served districts.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reliability service-level monitoring for connected areas.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Grid-extension versus off-grid economics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Supply-reliability gaps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Productive-use uptake among newly connected households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Connection-to-reliable-supply gap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Rural electrification prioritisation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“Elsewhere, grid-extension versus off-grid economics might be a footnote. For rural women in Dodoma Region, it is the whole story.”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“Young adults in Mwanza Region frame it simply: when supply-reliability gaps breaks down, everything else does too.”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Mbeya Region, productive-use uptake among newly connected households shapes whether persons with disabilities can turn services into lasting outcomes.”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“Frontline workers in Coastal Region put it plainly: connection-to-reliable-supply gap is what decides whether progress holds or slips back.”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Dodoma Region lag behind? Ask low-income households, and the answer comes back to rural electrification prioritisation.”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“Elsewhere, grid-extension versus off-grid economics might be a footnote. For rural women in Dodoma Region, it is the whole story.”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“Young adults in Mwanza Region frame it simply: when supply-reliability gaps breaks down, everything else does too.”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Mbeya Region, productive-use uptake among newly connected households shapes whether persons with disabilities can turn services into lasting outcomes.”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“Frontline workers in Coastal Region put it plainly: connection-to-reliable-supply gap is what decides whether progress holds or slips back.”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Dodoma Region lag behind? Ask low-income households, and the answer comes back to rural electrification prioritisation.”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Evidence and monitoring capacity lags the pace of decisions being made on energy access 2. External factors outside this publication's scope could offset gains in energy access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Scaling what is already working in the highest-performing region 2. Using the confidence intervals already published here to focus investment 3. Targeted acceleration in the lowest-performing part of energy access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7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Energy Access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EVI-ENE-001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EVI-ENE-002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EVI-ENE-001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Direct the next investment cycle to the higher-return grid-extension versus off-grid split.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the supply-reliability gap undermining connection value.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Support productive-use uptake among newly connected households.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rural electrification in the least-served districts.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reliability service-level monitoring for connected areas.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Household electrification rate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Average daily supply-reliability hours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Productive-use connection share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Rural electrification gap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Household electrification rate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energy access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Productive-use connection share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Average daily supply-reliability hours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Evidence and monitoring capacity lags the pace of decisions being made on energy access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Medium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External factors outside this publication's scope could offset gains in energy access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Direct the next investment cycle to the higher-return grid-extension versus off-grid split.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the supply-reliability gap undermining connection value.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Support productive-use uptake among newly connected households.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rural electrification in the least-served districts.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reliability service-level monitoring for connected areas.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Scaling what is already working in the highest-performing region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Targeted acceleration in the lowest-performing part of energy access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Without corrective action, existing gaps in energy access are likely to persist and may increase the future cost of recovery.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DEC-ENE-01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DEC-ENE-02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DEC-ENE-03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DEC-ENE-04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DEC-ENE-05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Direct the next investment cycle to the higher-return grid-extension versus off-grid split.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the supply-reliability gap undermining connection value.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Support productive-use uptake among newly connected households.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Prioritise rural electrification in the least-served districts.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reliability service-level monitoring for connected areas.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Energy Access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Energy Access Intelligence Report</dc:title>
  <dc:creator>VoiceInsights Africa</dc:creator>
</cp:coreProperties>
</file>