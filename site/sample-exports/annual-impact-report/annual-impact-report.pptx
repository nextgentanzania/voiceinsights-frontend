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Annual Impact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Zambia | Youth Economic Inclusion</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This is a moment to consolidate, not expand: protect what is working in youth economic inclusion and close the gaps the evidence has already identified.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Scale pathways with verified employment conversion.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Add twelve-month enterprise survival support.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Remove participation constraints facing young women.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Decent employment outcomes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Progress on youth economic inclusion performance in Zambia is real, but it is not evenly shared. This publication traces where the gains are holding, where the risk is concentrated, and what remains within reach. Findings are linked to synthetic source records, recommendations carry named accountability fields, and all statistical claims are generated from one internally consistent dataset.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Scale pathways with verified employment conversion.</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Scale pathways with verified employment conversion.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 twelve-month enterprise survival support.</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Remove participation constraints facing young women.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Integrate savings and shock-readiness coaching.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Formalise employer and public-system partnerships.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Decent employment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Enterprise survival</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Young women participation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Income resilience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Systems-level contribution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“Rural women in Lusaka Corridor frame it simply: when decent employment outcomes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 Copperbelt, enterprise survival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“Persons with disabilities in Eastern Province put it plainly: young women participation is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Rural Enterprise Hubs lag behind? Ask frontline workers, and the answer comes back to income resilience.”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systems-level contribution might be a footnote. For low-income households in Lusaka Corridor,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“Rural women in Lusaka Corridor frame it simply: when decent employment outcomes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“In Copperbelt, enterprise survival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“Persons with disabilities in Eastern Province put it plainly: young women participation is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Rural Enterprise Hubs lag behind? Ask frontline workers, and the answer comes back to income resilience.”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systems-level contribution might be a footnote. For low-income households in Lusaka Corridor,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Zambia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Coordination gaps between the teams responsible for youth economic inclusion slow the pace of change 2. Leadership turnover during implementation stalls momentum on youth economic inclusion</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Using the confidence intervals already published here to focus investment 2. Converting early gains in youth economic inclusion into durable, sustained progress 3. Targeted acceleration in the lowest-performing part of youth economic inclusion</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RBM</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Youth Economic Inclusion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EVI-ANN-001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EVI-ANN-002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EVI-ANN-001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APPLIED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Scale pathways with verified employment conversion.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 twelve-month enterprise survival support.</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Remove participation constraints facing young women.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Integrate savings and shock-readiness coaching.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Formalise employer and public-system partnerships.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Decent employment conversion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Enterprise twelve-month survival</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Young women outcome parity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Income resilience score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Decent employment conversion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youth economic inclusion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Zambia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Zambia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Zambia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Zambia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Young women outcome parity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Enterprise twelve-month survival</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Coordination gaps between the teams responsible for youth economic inclusion slow the pace of change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Leadership turnover during implementation stalls momentum on youth economic inclusion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Scale pathways with verified employment conversion.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 twelve-month enterprise survival support.</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Remove participation constraints facing young women.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Integrate savings and shock-readiness coaching.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Formalise employer and public-system partnerships.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Using the confidence intervals already published here to focus investment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Converting early gains in youth economic inclusion into durable, sustained progress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Targeted acceleration in the lowest-performing part of youth economic inclusion</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Without corrective action, existing gaps in youth economic inclusion are likely to persist and may increase the future cost of recovery.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DEC-ANN-01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DEC-ANN-02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DEC-ANN-03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DEC-ANN-04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DEC-ANN-05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Scale pathways with verified employment conversion.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 twelve-month enterprise survival support.</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Remove participation constraints facing young women.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Integrate savings and shock-readiness coaching.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Formalise employer and public-system partnerships.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Youth Economic Inclusion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Annual Impact Report</dc:title>
  <dc:creator>VoiceInsights Africa</dc:creator>
</cp:coreProperties>
</file>