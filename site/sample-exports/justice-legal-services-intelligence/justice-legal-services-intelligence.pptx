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Justice and Legal Services Intelligence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Kenya | Justice and Legal Services</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For government leadership, the immediate task is narrowing — not reopening — the debate about where to act first in justice and legal services.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Target backlog-reduction resources at the most congested courts.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Expand legal-aid reach to underserved litigant groups.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Prioritise time-to-resolution reform for the highest-impact case types.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Case-backlog concentration by court</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Every number in this publication answers one question: what is actually happening with justice and legal services performance in Kenya, and for whom. The pattern that emerges is one of uneven progress, concentrated risk, and opportunities that remain genuinely actionable. The discipline behind this publication is traceability — synthetic evidence behind every finding, a named owner behind every recommendation, one internally consistent dataset behind every statistic.</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Target backlog-reduction resources at the most congested courts.</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backlog-reduction resources at the most congested courts.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legal-aid reach to underserved litigant groups.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time-to-resolution reform for the highest-impact case types.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Deploy mobile court services to remote counties.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Publish a court-user trust and service-quality dashboard.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Case-backlog concentration by court</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Legal-aid reach gaps for vulnerable litigants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Time-to-resolution for priority case types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Access-to-justice barriers in remote counties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Court-user trust in case handling</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 Nairobi Courts, case-backlog concentration by court shapes whether rural women can turn services into lasting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“Young adults in Coast Region Courts put it plainly: legal-aid reach gaps for vulnerable litigants is what decides whether progress holds or slips 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Western Region Courts lag behind? Ask persons with disabilities, and the answer comes back to time-to-resolution for priority case types.”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access-to-justice barriers in remote counties might be a footnote. For frontline workers in Rift Valley Courts, it is the whole story.”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“Low-income households in Nairobi Courts frame it simply: when court-user trust in case handling breaks down, everything else does too.”</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“In Nairobi Courts, case-backlog concentration by court shapes whether rural women can turn services into lasting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“Young adults in Coast Region Courts put it plainly: legal-aid reach gaps for vulnerable litigants is what decides whether progress holds or slips 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Western Region Courts lag behind? Ask persons with disabilities, and the answer comes back to time-to-resolution for priority case types.”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access-to-justice barriers in remote counties might be a footnote. For frontline workers in Rift Valley Courts, it is the whole story.”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“Low-income households in Nairobi Courts frame it simply: when court-user trust in case handling breaks down, everything else does too.”</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External factors outside this publication's scope could offset gains in justice and legal services 2. Evidence and monitoring capacity lags the pace of decisions being made on justice and legal services</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Scaling what is already working in the highest-performing region 2. Targeted acceleration in the lowest-performing part of justice and legal services 3. Stronger feedback accountability between frontline delivery and leadership</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SDG 16</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Justice and Legal Services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EVI-JUS-001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EVI-JUS-002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EVI-JUS-001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CONTEXT ONLY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backlog-reduction resources at the most congested courts.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legal-aid reach to underserved litigant groups.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time-to-resolution reform for the highest-impact case types.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Deploy mobile court services to remote counties.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Publish a court-user trust and service-quality dashboard.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Case backlog clearance rate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Legal-aid coverage rate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Time-to-resolution for priority cases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Court-user trust index</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Case backlog clearance rate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justice and legal services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Kenya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Time-to-resolution for priority cases</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Legal-aid coverage rate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External factors outside this publication's scope could offset gains in justice and legal services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Low</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Evidence and monitoring capacity lags the pace of decisions being made on justice and legal services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backlog-reduction resources at the most congested courts.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legal-aid reach to underserved litigant groups.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time-to-resolution reform for the highest-impact case types.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Deploy mobile court services to remote counties.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Publish a court-user trust and service-quality dashboard.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Scaling what is already working in the highest-performing region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Targeted acceleration in the lowest-performing part of justice and legal services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Stronger feedback accountability between frontline delivery and leadership</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The synthetic evidence indicates that inaction on justice and legal services would not simply preserve the status quo — it would let the weakest-performing groups fall further behind.</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DEC-JUS-01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DEC-JUS-02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DEC-JUS-03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DEC-JUS-04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DEC-JUS-05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Target backlog-reduction resources at the most congested courts.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legal-aid reach to underserved litigant groups.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Prioritise time-to-resolution reform for the highest-impact case types.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Deploy mobile court services to remote counties.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Publish a court-user trust and service-quality dashboard.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Justice and Legal Services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Justice and Legal Services Intelligence Report</dc:title>
  <dc:creator>VoiceInsights Africa</dc:creator>
</cp:coreProperties>
</file>