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Hospital Performance &amp; Patient Safety Intelligence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Kenya | Hospital Performance</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Government leadership's attention should shift from monitoring hospital performance to acting on the specific groups and locations the evidence flags as most exposed.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Reclassify or reinforce the three most capacity-constrained referral hospitals.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Fund a targeted surgical backlog clearance programme.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Set minimum staff-to-patient ratios for peak-admission wards.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Emergency bed occupancy pressure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Progress on hospital performance in Kenya is real, but it is not evenly shared. This publication traces where the gains are holding, where the risk is concentrated, and what remains within reach. Findings are linked to synthetic source records, recommendations carry named accountability fields, and all statistical claims are generated from one internally consistent dataset.</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Reclassify or reinforce the three most capacity-constrained referral hospitals.</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Reclassify or reinforce the three most capacity-constrained referral hospitals.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Fund a targeted surgical backlog clearance programme.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Set minimum staff-to-patient ratios for peak-admission wards.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equipment maintenance financing at referral facilities.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Mandate standardised patient-safety incident reporting across referral hospitals.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Emergency bed occupancy pressure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Surgical waitlist backlogs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Staff-to-patient ratios during peak admission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Equipment downtime at referral level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Patient-safety incident reporting</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 Nairobi Metro Hospitals, emergency bed occupancy pressure shapes whether rural women can turn services into lasting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“Young adults in Coast Referral Cluster put it plainly: surgical waitlist backlogs is what decides whether progress holds or slips 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Western Referral Cluster lag behind? Ask persons with disabilities, and the answer comes back to staff-to-patient ratios during peak admission.”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equipment downtime at referral level might be a footnote. For frontline workers in Rift Valley Referral Cluster, it is the whole story.”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“Low-income households in Nairobi Metro Hospitals frame it simply: when patient-safety incident reporting breaks down, everything else does too.”</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“In Nairobi Metro Hospitals, emergency bed occupancy pressure shapes whether rural women can turn services into lasting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“Young adults in Coast Referral Cluster put it plainly: surgical waitlist backlogs is what decides whether progress holds or slips 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Western Referral Cluster lag behind? Ask persons with disabilities, and the answer comes back to staff-to-patient ratios during peak admission.”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equipment downtime at referral level might be a footnote. For frontline workers in Rift Valley Referral Cluster, it is the whole story.”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“Low-income households in Nairobi Metro Hospitals frame it simply: when patient-safety incident reporting breaks down, everything else does too.”</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Coordination gaps between the teams responsible for hospital performance slow the pace of change 2. Delayed financing weakens delivery confidence in hospital performance</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Evidence-led reallocation of resources already committed to hospital performance 2. Closing the equity gap the evidence has already located 3. Targeted acceleration in the lowest-performing part of hospital performance</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SDG 3</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Hospital Performance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EVI-HOS-001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EVI-HOS-002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EVI-HOS-001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CONTEXT ONLY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Reclassify or reinforce the three most capacity-constrained referral hospitals.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Fund a targeted surgical backlog clearance programme.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Set minimum staff-to-patient ratios for peak-admission wards.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equipment maintenance financing at referral facilities.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Mandate standardised patient-safety incident reporting across referral hospitals.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Emergency bed occupancy rate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Surgical waitlist clearance time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Staff-to-patient ratio</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Patient-safety incident rate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Emergency bed occupancy rate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hospital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Staff-to-patient ratio</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Surgical waitlist clearance time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Coordination gaps between the teams responsible for hospital performance slow the pace of change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Delayed financing weakens delivery confidence in hospital performance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Reclassify or reinforce the three most capacity-constrained referral hospitals.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Fund a targeted surgical backlog clearance programme.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Set minimum staff-to-patient ratios for peak-admission wards.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equipment maintenance financing at referral facilities.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Mandate standardised patient-safety incident reporting across referral hospitals.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Evidence-led reallocation of resources already committed to hospital performance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Closing the equity gap the evidence has already located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Targeted acceleration in the lowest-performing part of hospital performance</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Delaying action on hospital performance is unlikely to be neutral: the evidence suggests the current gap compounds rather than holds steady.</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DEC-HOS-01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DEC-HOS-02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DEC-HOS-03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DEC-HOS-04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DEC-HOS-05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Reclassify or reinforce the three most capacity-constrained referral hospitals.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Fund a targeted surgical backlog clearance programme.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Set minimum staff-to-patient ratios for peak-admission wards.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equipment maintenance financing at referral facilities.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Mandate standardised patient-safety incident reporting across referral hospitals.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Hospital Performance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Hospital Performance &amp; Patient Safety Intelligence Report</dc:title>
  <dc:creator>VoiceInsights Africa</dc:creator>
</cp:coreProperties>
</file>