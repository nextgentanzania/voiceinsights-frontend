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Education Access and Learning Quality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Ghana | Education Access and Learning Quality</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Government leadership's attention should shift from monitoring education access and learning quality performance to acting on the specific groups and locations the evidence flags as most exposed.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Target attendance-barrier interventions in the highest-dropout districts.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Fund grade-transition support at the highest-risk transition points.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Establish structured teacher-parent feedback channels.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Attendance barriers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Progress on education access and learning quality performance in Ghana is real, but it is not evenly shared. This publication traces where the gains are holding, where the risk is concentrated, and what remains within reach. Findings are linked to synthetic source records, recommendations carry named accountability fields, and all statistical claims are generated from one internally consistent dataset.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Target attendance-barrier interventions in the highest-dropout districts.</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attendance-barrier interventions in the highest-dropout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grade-transition support at the highest-risk transition points.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Establish structured teacher-parent feedback channels.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Address school-readiness disparities before primary entry.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early-warning tracking for at-risk students.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Attendance barriers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Grade-transition dropout</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Perceived learning-outcome quality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Teacher-parent feedback gaps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School-readiness disparities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 Greater Accra Region, attendance barriers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“Young adults in Eastern Region put it plainly: grade-transition dropout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Northern Region lag behind? Ask persons with disabilities, and the answer comes back to perceived learning-outcome quality.”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teacher-parent feedback gaps might be a footnote. For frontline workers in Volta Region,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“Low-income households in Greater Accra Region frame it simply: when school-readiness disparities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“In Greater Accra Region, attendance barriers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“Young adults in Eastern Region put it plainly: grade-transition dropout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Northern Region lag behind? Ask persons with disabilities, and the answer comes back to perceived learning-outcome quality.”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teacher-parent feedback gaps might be a footnote. For frontline workers in Volta Region,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“Low-income households in Greater Accra Region frame it simply: when school-readiness disparities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Ghana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Coordination gaps between the teams responsible for education access and learning quality slow the pace of change 2. Delayed financing weakens delivery confidence in education access and learning quality</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Scaling what is already working in the highest-performing region 2. Converting early gains in education access and learning quality into durable, sustained progress 3. Evidence-led reallocation of resources already committed to education access and learning quality</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SDG 4</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Education Access and Learning Quality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EVI-EDU-001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EVI-EDU-002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EVI-EDU-001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CONTEXT ONLY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attendance-barrier interventions in the highest-dropout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grade-transition support at the highest-risk transition points.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Establish structured teacher-parent feedback channels.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Address school-readiness disparities before primary entry.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early-warning tracking for at-risk students.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School attendance rate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Grade-transition completion rate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Learning-outcome perception score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Teacher-parent feedback frequency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School attendance rate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education access and learning quality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Ghana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Ghana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Ghana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Ghana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Learning-outcome perception score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Grade-transition completion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Coordination gaps between the teams responsible for education access and learning quality slow the pace of change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Delayed financing weakens delivery confidence in education access and learning quality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attendance-barrier interventions in the highest-dropout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grade-transition support at the highest-risk transition points.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Establish structured teacher-parent feedback channels.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Address school-readiness disparities before primary entry.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early-warning tracking for at-risk students.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Scaling what is already working in the highest-performing region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Converting early gains in education access and learning quality into durable, sustained progress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Evidence-led reallocation of resources already committed to education access and learning quality</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Delaying action on education access and learning quality performance is unlikely to be neutral: the evidence suggests the current gap compounds rather than holds steady.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DEC-EDU-01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DEC-EDU-02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DEC-EDU-03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DEC-EDU-04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DEC-EDU-05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attendance-barrier interventions in the highest-dropout districts.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Fund grade-transition support at the highest-risk transition points.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Establish structured teacher-parent feedback channels.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Address school-readiness disparities before primary entry.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early-warning tracking for at-risk students.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Education Access and Learning Quality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Education Access and Learning Quality Intelligence Report</dc:title>
  <dc:creator>VoiceInsights Africa</dc:creator>
</cp:coreProperties>
</file>